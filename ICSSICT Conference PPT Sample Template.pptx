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International conference  on Semiconductor ,Smart Grid&amp; Intelligent Communication Technologies (ICSSICT’26)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F10BB-82A7-4ECB-A2B2-9D8CC83E9388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00E43-57AB-48CF-98BA-E208E8CF21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International conference  on Semiconductor ,Smart Grid&amp; Intelligent Communication Technologies (ICSSICT’26)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334C1-D2B3-4D28-9697-9EC9CCCF0F6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77A63-85A7-4F8B-B347-0801653A592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77A63-85A7-4F8B-B347-0801653A592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 smtClean="0"/>
              <a:t>International conference  on Semiconductor ,Smart Grid&amp; Intelligent Communication Technologies (ICSSICT’26)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International conference  on Semiconductor ,Smart Grid&amp; Intelligent Communication Technologies (ICSSICT’26)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77A63-85A7-4F8B-B347-0801653A592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6B4E-1B3B-4D21-B099-193B9B9908A0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60C25-5640-4925-BA2A-DE3608A83F0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D96C-8983-45C6-A425-E06F0116D68A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39A9-C863-46EA-BA97-A5703699E244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FB354-B79E-48AA-A80E-B457F7A37926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5D6C9-FE6B-45BF-9880-6C64457B40C4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E073D-C523-457F-8F25-F77283B4F0C5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6079-12DA-4F77-99C5-330D991C8F52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B0C82-5411-4D53-A292-7CFECA0DD25B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A7374-E907-4AC3-A88D-A398ECC08E03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507E4-CF27-4F2E-91EB-8B3D284E7FEA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5BED8-5F6E-42E8-B3A2-5EAA8B7153AC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85A0D-9ECD-4D58-BA32-15B10175315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0800000" flipV="1">
            <a:off x="685800" y="1643050"/>
            <a:ext cx="7772400" cy="357190"/>
          </a:xfrm>
        </p:spPr>
        <p:txBody>
          <a:bodyPr>
            <a:normAutofit/>
          </a:bodyPr>
          <a:lstStyle/>
          <a:p>
            <a:r>
              <a:rPr lang="en-US" sz="1200" dirty="0" smtClean="0">
                <a:solidFill>
                  <a:schemeClr val="tx2">
                    <a:lumMod val="75000"/>
                  </a:schemeClr>
                </a:solidFill>
              </a:rPr>
              <a:t>International conference  on Semiconductor ,Smart Grid&amp; Intelligent Communication Technologies </a:t>
            </a:r>
            <a:r>
              <a:rPr lang="en-US" sz="1200" b="1" dirty="0" smtClean="0">
                <a:solidFill>
                  <a:schemeClr val="tx2">
                    <a:lumMod val="75000"/>
                  </a:schemeClr>
                </a:solidFill>
              </a:rPr>
              <a:t>(ICSSICT’26)</a:t>
            </a:r>
            <a:endParaRPr lang="en-US" sz="1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86050" y="3886200"/>
            <a:ext cx="5786478" cy="2400320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Author Details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348" y="818831"/>
            <a:ext cx="800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Title :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56"/>
            <a:ext cx="8229600" cy="7032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Problem Statement/Abstract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FF4E4-760C-47EF-8F11-26527546169B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A520-E030-4092-9DD5-258ED0200D41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631-FB6B-4E6F-8750-6BA09D4DD905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 Chart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5E78F-E339-4E85-8DBF-C5910F4B0C49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Technical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E80A0-FF1A-4A60-A08A-77447D900625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18679-B6A2-49D3-B903-95D5A06014C7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E5C68-6458-44C9-BDD3-2D30F8AE9D40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71604" y="2428868"/>
            <a:ext cx="685804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Thank you &amp; Queries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ICSSICT'26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4E32-F7B4-45A5-92D2-4ECA5505E509}" type="datetime1">
              <a:rPr lang="en-US" smtClean="0"/>
              <a:t>4/7/2026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85A0D-9ECD-4D58-BA32-15B10175315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89</Words>
  <Application>Microsoft Office PowerPoint</Application>
  <PresentationFormat>On-screen Show (4:3)</PresentationFormat>
  <Paragraphs>41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International conference  on Semiconductor ,Smart Grid&amp; Intelligent Communication Technologies (ICSSICT’26)</vt:lpstr>
      <vt:lpstr>Problem Statement/Abstract</vt:lpstr>
      <vt:lpstr>Objective</vt:lpstr>
      <vt:lpstr>System model</vt:lpstr>
      <vt:lpstr>Flow Chart </vt:lpstr>
      <vt:lpstr>Technical Content</vt:lpstr>
      <vt:lpstr>Result</vt:lpstr>
      <vt:lpstr>References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conference  on Semiconductor ,Smart Grid&amp; Intelligent Communication Technologies (ICSSICT’26</dc:title>
  <dc:creator>student</dc:creator>
  <cp:lastModifiedBy>student</cp:lastModifiedBy>
  <cp:revision>4</cp:revision>
  <dcterms:created xsi:type="dcterms:W3CDTF">2026-04-07T03:58:02Z</dcterms:created>
  <dcterms:modified xsi:type="dcterms:W3CDTF">2026-04-07T04:27:26Z</dcterms:modified>
</cp:coreProperties>
</file>